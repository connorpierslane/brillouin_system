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The NA correction of the Brillouin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Procedure, effect on the width, and why a post-hoc scalar is justified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5661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2C3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749039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Fit unchanged,
correct afterwards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5262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divide the fitted shift by ⟨cos(v/2)⟩ — a number, not a lineshape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5661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2C3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749039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Proven equivalent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45262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full in-fit model built and raced: correction is constant to 0.01 MHz; in-fit differs by only 0.3 MHz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5661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2C3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49039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Width barely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5262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−0.65 ± 0.05 MHz flat at NA 0.42, nothing at NA 0.14; dΓ/dT untouched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Water-series analysis 2026-08 · NA 0.14 (5X) and NA 0.42 (20X)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Why the shift needs a correction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The objective collects a cone of angles, not a single 180°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77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Each collected angle v sees a smaller scattering vector: its sub-peak sits at </a:t>
            </a:r>
            <a:r>
              <a:rPr sz="1300" b="1" i="0">
                <a:solidFill>
                  <a:srgbClr val="21295C"/>
                </a:solidFill>
                <a:latin typeface="Calibri"/>
              </a:rPr>
              <a:t>f(v) = f₁₈₀·cos(v/2) ≤ f₁₈₀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The recorded line is the W(v)-weighted superposition of these sub-peaks — every symmetric fit lands below the true 180° shift.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Size of the deficit (water): </a:t>
            </a:r>
            <a:r>
              <a:rPr sz="1300" b="1" i="0">
                <a:solidFill>
                  <a:srgbClr val="B85042"/>
                </a:solidFill>
                <a:latin typeface="Calibri"/>
              </a:rPr>
              <a:t>−3.5 MHz (−0.068%) at NA 0.14, −14 to −18 MHz (−0.27 to −0.36%) at NA 0.42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W(v) is lens-specific: the 5X is a plain hard pupil (uniform); the 20X is apodized by its out-of-band aberration — modelled as a Gaussian with one per-session width D_b anchored on water.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572000"/>
            <a:ext cx="5577840" cy="14630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The model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333333"/>
                </a:solidFill>
                <a:latin typeface="Cambria"/>
              </a:rPr>
              <a:t>measured(f)  =  ∫ W(v) · Lor( f − f₁₈₀cos(v/2) ) dv   ⊗  instrument kernel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uniform: W = sin v (no free parameter)  ·  Gaussian: W = sin v · exp(−2(v/v₀)²), v₀ from D_b</a:t>
            </a:r>
          </a:p>
        </p:txBody>
      </p:sp>
      <p:pic>
        <p:nvPicPr>
          <p:cNvPr id="7" name="Picture 6" descr="fig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54480"/>
            <a:ext cx="521208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The procedure: fit as usual, then divide by one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Nothing changes in the production pipeline — the NA model never enters the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8229600" cy="12344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64792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9105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Fit the spectrum with prm1, exactly as at low 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93392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Pixel-response Lorentzian, per-peak linear background, frozen σ/τ kernel, β = 3 window — against that scan's own raw-calibration refit.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80360"/>
            <a:ext cx="8229600" cy="12344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182112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0837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Convert to MHz and take the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410712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Per-peak calibration polynomials as always; the L–R distance/mean is the shift observable.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97680"/>
            <a:ext cx="8229600" cy="12344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599432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42569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Divide by the scalar ⟨cos(v/2)⟩ = ∫W cos(v/2) dv / ∫W 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28032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NA 0.14: uniform W — parameter-free, factor 0.99932. NA 0.42: Gaussian W with that session's water-anchored D_b — factor ≈0.9973 (D_b ≈ 6 mm).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743200" cy="4160520"/>
          </a:xfrm>
          <a:prstGeom prst="roundRect">
            <a:avLst>
              <a:gd name="adj" fmla="val 6000"/>
            </a:avLst>
          </a:prstGeom>
          <a:solidFill>
            <a:srgbClr val="F7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645920"/>
            <a:ext cx="22860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The scalar, in MHz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NA 0.14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+3.5 MHz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uniform pupil,
zero free parameters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NA 0.42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+14–18 MHz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Gaussian W(v),
per-session D_b from
the water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Requirement: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only datasets with RAW per-scan calibration frames — and at NA 0.42 a same-session water bracket for D_b (it drifts ~0.1 mm/day).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Why one number can stand in for the full integral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Separation of scales: the cone's frequency spread is tiny compared with the linewidth</a:t>
            </a:r>
          </a:p>
        </p:txBody>
      </p:sp>
      <p:pic>
        <p:nvPicPr>
          <p:cNvPr id="4" name="Picture 3" descr="fig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035040" cy="3893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645920"/>
            <a:ext cx="48463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The sub-peak offsets span 7 MHz (NA 0.14) / 55 MHz (NA 0.42), with weighted sd </a:t>
            </a:r>
            <a:r>
              <a:rPr sz="1400" b="1" i="0">
                <a:solidFill>
                  <a:srgbClr val="21295C"/>
                </a:solidFill>
                <a:latin typeface="Calibri"/>
              </a:rPr>
              <a:t>2 MHz and 12 MHz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— against a linewidth Γ ≈ 137 MHz.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Spread/Γ = 1.5% and 9%.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To first order the superposition is the same Lorentzian, translated by ⟨Δf⟩ — the correction factorizes out of the fit.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Second order (the variance) goes into the width, not the shift — and is percent-level even at NA 0.42.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So the integral is used only to compute </a:t>
            </a:r>
            <a:r>
              <a:rPr sz="1400" b="1" i="0">
                <a:solidFill>
                  <a:srgbClr val="21295C"/>
                </a:solidFill>
                <a:latin typeface="Calibri"/>
              </a:rPr>
              <a:t>⟨cos(v/2)⟩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— it produces a number, never a lineshape.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We didn't just argue it — we built the in-fit model and raced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Full numerical model: sub-peaks summed in frequency, kernel-convolved, production semantics kept (2026-08-05)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120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In-fit version: ∫W(v)·Lor dv inside the optimizer, sub-peak centres mapped per peak through its own calibration polynomial, then ⊗ pixel-response kernel + per-peak background.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Tested on all 5 datasets carrying raw per-scan calibrations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(7-9 water ×2 at both apertures, 8-2 water ×3), prm0 and prm1.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657600"/>
          <a:ext cx="5394960" cy="138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in-fit correction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 0.14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 0.42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value (prm0 = prm1)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+3.71 MHz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+34.28 MHz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frame-to-frame sd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0.01 MHz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0.01 MHz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in-fit − post-hoc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+0.07 MHz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+0.32 MHz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257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(uniform W at both apertures for the race — hence +34.28 at 0.42; production uses the Gaussian scalar)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486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The correction is a pure constant.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Same value for prm0 and prm1, sd 0.01 MHz across every frame, scan, and dataset.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Everything else untouched: Δsplit ≤ 0.09 MHz, Δwidth ≤ 0.006 px, Δscan-sd ≤ 0.02 MHz, Δrms ≤ 0.14.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The 0.32 MHz in-fit/post-hoc difference is the β = 3 window weighting vs the first moment — both are constants, just slightly different ones (~2% of the correction).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In-fit costs ~20× the compute.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50292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5212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Verdict: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in-fit ≡ post-hoc × a constant. Keep the fit as it is; multiply afterwards. Use the in-fit formula only if chasing sub-MHz absolute accuracy at 20X.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The width concern, measured: a flat −0.65 MHz at NA 0.42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Refit of the full 57-scan temperature series with the NA core inside the fit (2026-08-06)</a:t>
            </a:r>
          </a:p>
        </p:txBody>
      </p:sp>
      <p:pic>
        <p:nvPicPr>
          <p:cNvPr id="4" name="Picture 3" descr="fig_width_con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852160" cy="3775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64592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333333"/>
                </a:solidFill>
                <a:latin typeface="Calibri"/>
              </a:rPr>
              <a:t>The cone does broaden the line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— 12 MHz of sub-peak spread ≈ 9% of Γ at NA 0.42; only 1% at NA 0.14 (0.0001 px in the fit, nothing).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Measured correction: Γ falls by </a:t>
            </a:r>
            <a:r>
              <a:rPr sz="1350" b="1" i="0">
                <a:solidFill>
                  <a:srgbClr val="21295C"/>
                </a:solidFill>
                <a:latin typeface="Calibri"/>
              </a:rPr>
              <a:t>−0.65 ± 0.05 MHz, flat from 23 to 50 °C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while Γ itself drops 137 → 78 MHz.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333333"/>
                </a:solidFill>
                <a:latin typeface="Calibri"/>
              </a:rPr>
              <a:t>dΓ/dT is completely unaffected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(−3.37 → −3.38 MHz/°C etc.) — every temperature conclusion stands.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 i="0">
                <a:solidFill>
                  <a:srgbClr val="B85042"/>
                </a:solidFill>
                <a:latin typeface="Calibri"/>
              </a:rPr>
              <a:t>The naive convolution estimate (∝ s²/Γ, should nearly double) is wrong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— the fit trades the cone's skew against width instead of simply broadening.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What the NA term does NOT do for the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Same in-fit test, NA 0.42, 2026-8-6 — the 20X width problems are not the cone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64922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observable (NA 0.42)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without NA core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with NA core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Γ left / right [MHz]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140.6 / 136.3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140.0 / 135.6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L−R width gap [MHz]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+4.32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+4.40  (unchanged)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dgap QA (|dgap| ≤ 1.5)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−3.87  fails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−3.89  still fails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520440"/>
            <a:ext cx="6492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 i="0">
                <a:solidFill>
                  <a:srgbClr val="333333"/>
                </a:solidFill>
                <a:latin typeface="Calibri"/>
              </a:rPr>
              <a:t>The NA broadening is common-mode: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both peaks sit the same distance from their own elastic line under the same cone — it cannot create an L−R asymmetry.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So the residual 20X width pathologies (L−R gap, dgap QA failures at low T) are background/window physics, and no NA treatment — in-fit or post-hoc — will repair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54480"/>
            <a:ext cx="4389120" cy="402336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783080"/>
            <a:ext cx="3840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600" b="1" i="0">
                <a:solidFill>
                  <a:srgbClr val="21295C"/>
                </a:solidFill>
                <a:latin typeface="Calibri"/>
              </a:rPr>
              <a:t>Recommendation for Γ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NA 0.14: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quote uncorrected — the cone contributes nothing measurable.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NA 0.42: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subtract the flat 0.65 MHz (or carry it as a systematic); dΓ/dT needs no correction at all.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Either way: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a post-hoc constant again — the in-fit version buys nothing for width, split, or QA.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Why the value of the scalar is trustworthy: W(v) is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Post-hoc vs in-fit is settled above — this is the evidence the weights themselves are right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1115568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75895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NA 0.14, uniform pupil — zero free parameters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−0.70 ± 0.11 MHz residual over 64 scans, 23–53 °C — 83% of the raw deficit removed with nothing fitted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NA 0.42, one D_b vs 57 measurements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D_b = 5.99 mm fits 23–51 °C with residual 0.00 ± 0.85 MHz — heavily overdetermined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Uniform pupil at NA 0.42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excluded 7 independent times (over-corrects by +8.5 to +14.4 MHz) — the apodization is load-bearing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Two-aperture gap (0.14 vs 0.42)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+13.4 MHz matched-T, reproducing +10.5…13.8 MHz across 8 sessions May–Aug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Refractive-index transfer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residuals ≤ 1.4 MHz across n = 1.33 / 1.355 / 1.376 at fixed calibration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Caveat that remains: 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D_b is phenomenological (the 20X apodization is out-of-band aberration, not the fiber mode) and drifts with coupling state — the per-session water anchor is mandatory, not optional. Pupil imaging would turn W(v) into a measured instrument property.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2C3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The procedure: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fit prm1 exactly as at low NA → calibrate per peak → divide the shift by ⟨cos(v/2)⟩ (uniform at NA 0.14; Gaussian with the session's water-anchored D_b at NA 0.42). For Γ at NA 0.42, subtract a flat 0.65 MHz.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Equivalence is measured, not assumed —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the full in-fit model returns a constant (sd 0.01 MHz), equal for prm0/prm1, all other observables untouched; in-fit vs post-hoc differ by 0.32 MHz at 20X.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1304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The physics says it must factorize —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cone spread is 1.5–9% of the linewidth — first order is a pure translation; second order is the measured, flat −0.65 MHz on 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54296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The weights are independently validated —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parameter-free at 0.14; one D_b over 57 scans and 28 °C at 0.42; uniform excluded 7×; gap reproduced over 8 sessions.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Keep in view: 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raw per-scan calibrations required · same-session water anchor for D_b · the scalar corrects the absolute only — split, precision, and all relative results never needed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